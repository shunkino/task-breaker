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D621BE-847D-444F-BA3C-0BCE34CFDB02}" v="16" dt="2026-03-08T03:54:59.3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06" autoAdjust="0"/>
    <p:restoredTop sz="94660"/>
  </p:normalViewPr>
  <p:slideViewPr>
    <p:cSldViewPr snapToGrid="0">
      <p:cViewPr>
        <p:scale>
          <a:sx n="93" d="100"/>
          <a:sy n="93" d="100"/>
        </p:scale>
        <p:origin x="130" y="9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n Kinoshita" userId="f4d599ba-cef3-4166-b38c-42c3c55bf8de" providerId="ADAL" clId="{20134128-85A9-420C-ACA1-FC981C3105EE}"/>
    <pc:docChg chg="undo custSel modSld">
      <pc:chgData name="Shun Kinoshita" userId="f4d599ba-cef3-4166-b38c-42c3c55bf8de" providerId="ADAL" clId="{20134128-85A9-420C-ACA1-FC981C3105EE}" dt="2026-03-08T03:58:55.928" v="1299" actId="1076"/>
      <pc:docMkLst>
        <pc:docMk/>
      </pc:docMkLst>
      <pc:sldChg chg="addSp modSp mod">
        <pc:chgData name="Shun Kinoshita" userId="f4d599ba-cef3-4166-b38c-42c3c55bf8de" providerId="ADAL" clId="{20134128-85A9-420C-ACA1-FC981C3105EE}" dt="2026-03-08T03:52:48.455" v="1108" actId="20577"/>
        <pc:sldMkLst>
          <pc:docMk/>
          <pc:sldMk cId="2348074260" sldId="257"/>
        </pc:sldMkLst>
        <pc:spChg chg="mod">
          <ac:chgData name="Shun Kinoshita" userId="f4d599ba-cef3-4166-b38c-42c3c55bf8de" providerId="ADAL" clId="{20134128-85A9-420C-ACA1-FC981C3105EE}" dt="2026-03-08T02:17:11.521" v="91" actId="2711"/>
          <ac:spMkLst>
            <pc:docMk/>
            <pc:sldMk cId="2348074260" sldId="257"/>
            <ac:spMk id="2" creationId="{F5A096FF-9690-DA89-2C4B-F670E6FEE79F}"/>
          </ac:spMkLst>
        </pc:spChg>
        <pc:spChg chg="mod">
          <ac:chgData name="Shun Kinoshita" userId="f4d599ba-cef3-4166-b38c-42c3c55bf8de" providerId="ADAL" clId="{20134128-85A9-420C-ACA1-FC981C3105EE}" dt="2026-03-08T03:52:48.455" v="1108" actId="20577"/>
          <ac:spMkLst>
            <pc:docMk/>
            <pc:sldMk cId="2348074260" sldId="257"/>
            <ac:spMk id="3" creationId="{C8E63949-5ACB-A8A4-CEEB-40D4AABD23C4}"/>
          </ac:spMkLst>
        </pc:spChg>
        <pc:spChg chg="mod">
          <ac:chgData name="Shun Kinoshita" userId="f4d599ba-cef3-4166-b38c-42c3c55bf8de" providerId="ADAL" clId="{20134128-85A9-420C-ACA1-FC981C3105EE}" dt="2026-03-08T02:17:22.677" v="92" actId="1076"/>
          <ac:spMkLst>
            <pc:docMk/>
            <pc:sldMk cId="2348074260" sldId="257"/>
            <ac:spMk id="10" creationId="{D74E4A27-9B74-A855-A8F2-BC4D6F4C40B5}"/>
          </ac:spMkLst>
        </pc:spChg>
        <pc:spChg chg="add mod">
          <ac:chgData name="Shun Kinoshita" userId="f4d599ba-cef3-4166-b38c-42c3c55bf8de" providerId="ADAL" clId="{20134128-85A9-420C-ACA1-FC981C3105EE}" dt="2026-03-08T02:35:13.053" v="235" actId="403"/>
          <ac:spMkLst>
            <pc:docMk/>
            <pc:sldMk cId="2348074260" sldId="257"/>
            <ac:spMk id="11" creationId="{1C1D6AB3-95BA-8745-67E7-B97E2725C9E1}"/>
          </ac:spMkLst>
        </pc:spChg>
        <pc:picChg chg="mod">
          <ac:chgData name="Shun Kinoshita" userId="f4d599ba-cef3-4166-b38c-42c3c55bf8de" providerId="ADAL" clId="{20134128-85A9-420C-ACA1-FC981C3105EE}" dt="2026-03-08T02:18:07.534" v="123" actId="1076"/>
          <ac:picMkLst>
            <pc:docMk/>
            <pc:sldMk cId="2348074260" sldId="257"/>
            <ac:picMk id="4" creationId="{3A2DDA6F-0D0D-3361-EABC-DD13FDACD898}"/>
          </ac:picMkLst>
        </pc:picChg>
      </pc:sldChg>
      <pc:sldChg chg="addSp modSp mod">
        <pc:chgData name="Shun Kinoshita" userId="f4d599ba-cef3-4166-b38c-42c3c55bf8de" providerId="ADAL" clId="{20134128-85A9-420C-ACA1-FC981C3105EE}" dt="2026-03-08T03:58:55.928" v="1299" actId="1076"/>
        <pc:sldMkLst>
          <pc:docMk/>
          <pc:sldMk cId="4186910924" sldId="258"/>
        </pc:sldMkLst>
        <pc:spChg chg="mod">
          <ac:chgData name="Shun Kinoshita" userId="f4d599ba-cef3-4166-b38c-42c3c55bf8de" providerId="ADAL" clId="{20134128-85A9-420C-ACA1-FC981C3105EE}" dt="2026-03-08T02:50:57.555" v="265" actId="20577"/>
          <ac:spMkLst>
            <pc:docMk/>
            <pc:sldMk cId="4186910924" sldId="258"/>
            <ac:spMk id="2" creationId="{9DA37F23-4DA1-59E5-52A4-6BF211630A2E}"/>
          </ac:spMkLst>
        </pc:spChg>
        <pc:spChg chg="add mod">
          <ac:chgData name="Shun Kinoshita" userId="f4d599ba-cef3-4166-b38c-42c3c55bf8de" providerId="ADAL" clId="{20134128-85A9-420C-ACA1-FC981C3105EE}" dt="2026-03-08T03:06:17.260" v="856" actId="1037"/>
          <ac:spMkLst>
            <pc:docMk/>
            <pc:sldMk cId="4186910924" sldId="258"/>
            <ac:spMk id="13" creationId="{F15B156B-04AD-C4C6-1BCC-8658CBD24486}"/>
          </ac:spMkLst>
        </pc:spChg>
        <pc:spChg chg="add mod">
          <ac:chgData name="Shun Kinoshita" userId="f4d599ba-cef3-4166-b38c-42c3c55bf8de" providerId="ADAL" clId="{20134128-85A9-420C-ACA1-FC981C3105EE}" dt="2026-03-08T03:58:55.928" v="1299" actId="1076"/>
          <ac:spMkLst>
            <pc:docMk/>
            <pc:sldMk cId="4186910924" sldId="258"/>
            <ac:spMk id="14" creationId="{784536D7-8552-1F7A-4B98-C01D0BC21712}"/>
          </ac:spMkLst>
        </pc:spChg>
        <pc:picChg chg="add mod modCrop">
          <ac:chgData name="Shun Kinoshita" userId="f4d599ba-cef3-4166-b38c-42c3c55bf8de" providerId="ADAL" clId="{20134128-85A9-420C-ACA1-FC981C3105EE}" dt="2026-03-08T02:51:20.156" v="270" actId="14100"/>
          <ac:picMkLst>
            <pc:docMk/>
            <pc:sldMk cId="4186910924" sldId="258"/>
            <ac:picMk id="9" creationId="{7EF148BB-3B93-C7CE-B8A9-DFAC1FE31C5A}"/>
          </ac:picMkLst>
        </pc:picChg>
        <pc:picChg chg="add mod">
          <ac:chgData name="Shun Kinoshita" userId="f4d599ba-cef3-4166-b38c-42c3c55bf8de" providerId="ADAL" clId="{20134128-85A9-420C-ACA1-FC981C3105EE}" dt="2026-03-08T02:51:40.201" v="283" actId="1037"/>
          <ac:picMkLst>
            <pc:docMk/>
            <pc:sldMk cId="4186910924" sldId="258"/>
            <ac:picMk id="12" creationId="{89B4723A-6201-2817-5C45-82B702294B80}"/>
          </ac:picMkLst>
        </pc:picChg>
        <pc:picChg chg="add mod modCrop">
          <ac:chgData name="Shun Kinoshita" userId="f4d599ba-cef3-4166-b38c-42c3c55bf8de" providerId="ADAL" clId="{20134128-85A9-420C-ACA1-FC981C3105EE}" dt="2026-03-08T03:08:43.777" v="912" actId="1076"/>
          <ac:picMkLst>
            <pc:docMk/>
            <pc:sldMk cId="4186910924" sldId="258"/>
            <ac:picMk id="16" creationId="{97245479-C3F5-AEE1-1F39-8B6F17261C2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BB1A2B-4F55-EE00-11BB-A3659AE2148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7AC4968-5E2F-D688-63DA-669C05B7B8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9906104-AFC8-886D-B28B-CE4803094911}"/>
              </a:ext>
            </a:extLst>
          </p:cNvPr>
          <p:cNvSpPr>
            <a:spLocks noGrp="1"/>
          </p:cNvSpPr>
          <p:nvPr>
            <p:ph type="dt" sz="half" idx="10"/>
          </p:nvPr>
        </p:nvSpPr>
        <p:spPr/>
        <p:txBody>
          <a:bodyPr/>
          <a:lstStyle/>
          <a:p>
            <a:fld id="{981CCB30-A13E-4F7E-AB61-BA69B2B2DE4E}" type="datetimeFigureOut">
              <a:rPr kumimoji="1" lang="ja-JP" altLang="en-US" smtClean="0"/>
              <a:t>2026/3/8</a:t>
            </a:fld>
            <a:endParaRPr kumimoji="1" lang="ja-JP" altLang="en-US"/>
          </a:p>
        </p:txBody>
      </p:sp>
      <p:sp>
        <p:nvSpPr>
          <p:cNvPr id="5" name="フッター プレースホルダー 4">
            <a:extLst>
              <a:ext uri="{FF2B5EF4-FFF2-40B4-BE49-F238E27FC236}">
                <a16:creationId xmlns:a16="http://schemas.microsoft.com/office/drawing/2014/main" id="{CDCFC625-CE75-AB4E-B6BA-A3473FF2B31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8CD7DD0-EDAF-33D5-F793-DAD13F1B685C}"/>
              </a:ext>
            </a:extLst>
          </p:cNvPr>
          <p:cNvSpPr>
            <a:spLocks noGrp="1"/>
          </p:cNvSpPr>
          <p:nvPr>
            <p:ph type="sldNum" sz="quarter" idx="12"/>
          </p:nvPr>
        </p:nvSpPr>
        <p:spPr/>
        <p:txBody>
          <a:bodyPr/>
          <a:lstStyle/>
          <a:p>
            <a:fld id="{DD22CB9B-F79E-41BA-8932-D1AB83BC2FA6}" type="slidenum">
              <a:rPr kumimoji="1" lang="ja-JP" altLang="en-US" smtClean="0"/>
              <a:t>‹#›</a:t>
            </a:fld>
            <a:endParaRPr kumimoji="1" lang="ja-JP" altLang="en-US"/>
          </a:p>
        </p:txBody>
      </p:sp>
    </p:spTree>
    <p:extLst>
      <p:ext uri="{BB962C8B-B14F-4D97-AF65-F5344CB8AC3E}">
        <p14:creationId xmlns:p14="http://schemas.microsoft.com/office/powerpoint/2010/main" val="889532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395DB7-111F-ED55-C275-341CD93CAAA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01E8C9-5666-5921-B69A-3BE31179849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6715986-2602-7046-93FB-38FD97A26415}"/>
              </a:ext>
            </a:extLst>
          </p:cNvPr>
          <p:cNvSpPr>
            <a:spLocks noGrp="1"/>
          </p:cNvSpPr>
          <p:nvPr>
            <p:ph type="dt" sz="half" idx="10"/>
          </p:nvPr>
        </p:nvSpPr>
        <p:spPr/>
        <p:txBody>
          <a:bodyPr/>
          <a:lstStyle/>
          <a:p>
            <a:fld id="{981CCB30-A13E-4F7E-AB61-BA69B2B2DE4E}" type="datetimeFigureOut">
              <a:rPr kumimoji="1" lang="ja-JP" altLang="en-US" smtClean="0"/>
              <a:t>2026/3/8</a:t>
            </a:fld>
            <a:endParaRPr kumimoji="1" lang="ja-JP" altLang="en-US"/>
          </a:p>
        </p:txBody>
      </p:sp>
      <p:sp>
        <p:nvSpPr>
          <p:cNvPr id="5" name="フッター プレースホルダー 4">
            <a:extLst>
              <a:ext uri="{FF2B5EF4-FFF2-40B4-BE49-F238E27FC236}">
                <a16:creationId xmlns:a16="http://schemas.microsoft.com/office/drawing/2014/main" id="{56ADF7DB-2DE4-85AA-D56B-26FB132A59B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8C974B6-D7B7-45ED-9C75-D24899D4C27E}"/>
              </a:ext>
            </a:extLst>
          </p:cNvPr>
          <p:cNvSpPr>
            <a:spLocks noGrp="1"/>
          </p:cNvSpPr>
          <p:nvPr>
            <p:ph type="sldNum" sz="quarter" idx="12"/>
          </p:nvPr>
        </p:nvSpPr>
        <p:spPr/>
        <p:txBody>
          <a:bodyPr/>
          <a:lstStyle/>
          <a:p>
            <a:fld id="{DD22CB9B-F79E-41BA-8932-D1AB83BC2FA6}" type="slidenum">
              <a:rPr kumimoji="1" lang="ja-JP" altLang="en-US" smtClean="0"/>
              <a:t>‹#›</a:t>
            </a:fld>
            <a:endParaRPr kumimoji="1" lang="ja-JP" altLang="en-US"/>
          </a:p>
        </p:txBody>
      </p:sp>
    </p:spTree>
    <p:extLst>
      <p:ext uri="{BB962C8B-B14F-4D97-AF65-F5344CB8AC3E}">
        <p14:creationId xmlns:p14="http://schemas.microsoft.com/office/powerpoint/2010/main" val="3337200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4EEC26-3B9C-BC12-7476-4126CD03522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2EB7F9A-5CB9-323B-EA5B-937AD96BFF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254C404-951E-F0CC-02D7-08641CE2C292}"/>
              </a:ext>
            </a:extLst>
          </p:cNvPr>
          <p:cNvSpPr>
            <a:spLocks noGrp="1"/>
          </p:cNvSpPr>
          <p:nvPr>
            <p:ph type="dt" sz="half" idx="10"/>
          </p:nvPr>
        </p:nvSpPr>
        <p:spPr/>
        <p:txBody>
          <a:bodyPr/>
          <a:lstStyle/>
          <a:p>
            <a:fld id="{981CCB30-A13E-4F7E-AB61-BA69B2B2DE4E}" type="datetimeFigureOut">
              <a:rPr kumimoji="1" lang="ja-JP" altLang="en-US" smtClean="0"/>
              <a:t>2026/3/8</a:t>
            </a:fld>
            <a:endParaRPr kumimoji="1" lang="ja-JP" altLang="en-US"/>
          </a:p>
        </p:txBody>
      </p:sp>
      <p:sp>
        <p:nvSpPr>
          <p:cNvPr id="5" name="フッター プレースホルダー 4">
            <a:extLst>
              <a:ext uri="{FF2B5EF4-FFF2-40B4-BE49-F238E27FC236}">
                <a16:creationId xmlns:a16="http://schemas.microsoft.com/office/drawing/2014/main" id="{EB6DEDDE-F820-EA09-5E01-5F7A80D2428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8E8E0E4-336D-13C9-AEEC-E3AAE16572BA}"/>
              </a:ext>
            </a:extLst>
          </p:cNvPr>
          <p:cNvSpPr>
            <a:spLocks noGrp="1"/>
          </p:cNvSpPr>
          <p:nvPr>
            <p:ph type="sldNum" sz="quarter" idx="12"/>
          </p:nvPr>
        </p:nvSpPr>
        <p:spPr/>
        <p:txBody>
          <a:bodyPr/>
          <a:lstStyle/>
          <a:p>
            <a:fld id="{DD22CB9B-F79E-41BA-8932-D1AB83BC2FA6}" type="slidenum">
              <a:rPr kumimoji="1" lang="ja-JP" altLang="en-US" smtClean="0"/>
              <a:t>‹#›</a:t>
            </a:fld>
            <a:endParaRPr kumimoji="1" lang="ja-JP" altLang="en-US"/>
          </a:p>
        </p:txBody>
      </p:sp>
    </p:spTree>
    <p:extLst>
      <p:ext uri="{BB962C8B-B14F-4D97-AF65-F5344CB8AC3E}">
        <p14:creationId xmlns:p14="http://schemas.microsoft.com/office/powerpoint/2010/main" val="3937002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F56F04-A578-3739-8C78-336DB4AE92C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9C5FED0-404D-B070-3BEF-B7F0D560EBE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89E9EA8-368F-861B-3B9F-8BB82E4C7A0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6B0B53F-4E48-1CA5-B46A-30AAD04F8D59}"/>
              </a:ext>
            </a:extLst>
          </p:cNvPr>
          <p:cNvSpPr>
            <a:spLocks noGrp="1"/>
          </p:cNvSpPr>
          <p:nvPr>
            <p:ph type="dt" sz="half" idx="10"/>
          </p:nvPr>
        </p:nvSpPr>
        <p:spPr/>
        <p:txBody>
          <a:bodyPr/>
          <a:lstStyle/>
          <a:p>
            <a:fld id="{981CCB30-A13E-4F7E-AB61-BA69B2B2DE4E}" type="datetimeFigureOut">
              <a:rPr kumimoji="1" lang="ja-JP" altLang="en-US" smtClean="0"/>
              <a:t>2026/3/8</a:t>
            </a:fld>
            <a:endParaRPr kumimoji="1" lang="ja-JP" altLang="en-US"/>
          </a:p>
        </p:txBody>
      </p:sp>
      <p:sp>
        <p:nvSpPr>
          <p:cNvPr id="6" name="フッター プレースホルダー 5">
            <a:extLst>
              <a:ext uri="{FF2B5EF4-FFF2-40B4-BE49-F238E27FC236}">
                <a16:creationId xmlns:a16="http://schemas.microsoft.com/office/drawing/2014/main" id="{A0923E5B-5E83-475B-2993-CAB9718EA8F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51D6822-3813-BB41-1AC2-BEBB460AD98A}"/>
              </a:ext>
            </a:extLst>
          </p:cNvPr>
          <p:cNvSpPr>
            <a:spLocks noGrp="1"/>
          </p:cNvSpPr>
          <p:nvPr>
            <p:ph type="sldNum" sz="quarter" idx="12"/>
          </p:nvPr>
        </p:nvSpPr>
        <p:spPr/>
        <p:txBody>
          <a:bodyPr/>
          <a:lstStyle/>
          <a:p>
            <a:fld id="{DD22CB9B-F79E-41BA-8932-D1AB83BC2FA6}" type="slidenum">
              <a:rPr kumimoji="1" lang="ja-JP" altLang="en-US" smtClean="0"/>
              <a:t>‹#›</a:t>
            </a:fld>
            <a:endParaRPr kumimoji="1" lang="ja-JP" altLang="en-US"/>
          </a:p>
        </p:txBody>
      </p:sp>
    </p:spTree>
    <p:extLst>
      <p:ext uri="{BB962C8B-B14F-4D97-AF65-F5344CB8AC3E}">
        <p14:creationId xmlns:p14="http://schemas.microsoft.com/office/powerpoint/2010/main" val="2051079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FE1BC9-6914-5170-E1A3-9D7888A757A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9DA4858-43B7-7F5A-F8B0-8AB18F9A38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4FEBD56-48C4-2A77-094E-4D2CC1B0EA1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3F39A47-FCC8-C121-A431-447A47448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A8FC5F2-4111-3489-4070-79BB7FFF001B}"/>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0553E73-185B-FE2A-CC2A-C37014CDC079}"/>
              </a:ext>
            </a:extLst>
          </p:cNvPr>
          <p:cNvSpPr>
            <a:spLocks noGrp="1"/>
          </p:cNvSpPr>
          <p:nvPr>
            <p:ph type="dt" sz="half" idx="10"/>
          </p:nvPr>
        </p:nvSpPr>
        <p:spPr/>
        <p:txBody>
          <a:bodyPr/>
          <a:lstStyle/>
          <a:p>
            <a:fld id="{981CCB30-A13E-4F7E-AB61-BA69B2B2DE4E}" type="datetimeFigureOut">
              <a:rPr kumimoji="1" lang="ja-JP" altLang="en-US" smtClean="0"/>
              <a:t>2026/3/8</a:t>
            </a:fld>
            <a:endParaRPr kumimoji="1" lang="ja-JP" altLang="en-US"/>
          </a:p>
        </p:txBody>
      </p:sp>
      <p:sp>
        <p:nvSpPr>
          <p:cNvPr id="8" name="フッター プレースホルダー 7">
            <a:extLst>
              <a:ext uri="{FF2B5EF4-FFF2-40B4-BE49-F238E27FC236}">
                <a16:creationId xmlns:a16="http://schemas.microsoft.com/office/drawing/2014/main" id="{BED0539E-B334-0037-634A-D721C41869E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4CB1AE9-1408-9000-EEA3-B138B7EA1A35}"/>
              </a:ext>
            </a:extLst>
          </p:cNvPr>
          <p:cNvSpPr>
            <a:spLocks noGrp="1"/>
          </p:cNvSpPr>
          <p:nvPr>
            <p:ph type="sldNum" sz="quarter" idx="12"/>
          </p:nvPr>
        </p:nvSpPr>
        <p:spPr/>
        <p:txBody>
          <a:bodyPr/>
          <a:lstStyle/>
          <a:p>
            <a:fld id="{DD22CB9B-F79E-41BA-8932-D1AB83BC2FA6}" type="slidenum">
              <a:rPr kumimoji="1" lang="ja-JP" altLang="en-US" smtClean="0"/>
              <a:t>‹#›</a:t>
            </a:fld>
            <a:endParaRPr kumimoji="1" lang="ja-JP" altLang="en-US"/>
          </a:p>
        </p:txBody>
      </p:sp>
    </p:spTree>
    <p:extLst>
      <p:ext uri="{BB962C8B-B14F-4D97-AF65-F5344CB8AC3E}">
        <p14:creationId xmlns:p14="http://schemas.microsoft.com/office/powerpoint/2010/main" val="4214028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49CA77-1E39-1140-9A12-81ABFEDF912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56DE54A-969E-2A2A-8D53-1D79D29B5701}"/>
              </a:ext>
            </a:extLst>
          </p:cNvPr>
          <p:cNvSpPr>
            <a:spLocks noGrp="1"/>
          </p:cNvSpPr>
          <p:nvPr>
            <p:ph type="dt" sz="half" idx="10"/>
          </p:nvPr>
        </p:nvSpPr>
        <p:spPr/>
        <p:txBody>
          <a:bodyPr/>
          <a:lstStyle/>
          <a:p>
            <a:fld id="{981CCB30-A13E-4F7E-AB61-BA69B2B2DE4E}" type="datetimeFigureOut">
              <a:rPr kumimoji="1" lang="ja-JP" altLang="en-US" smtClean="0"/>
              <a:t>2026/3/8</a:t>
            </a:fld>
            <a:endParaRPr kumimoji="1" lang="ja-JP" altLang="en-US"/>
          </a:p>
        </p:txBody>
      </p:sp>
      <p:sp>
        <p:nvSpPr>
          <p:cNvPr id="4" name="フッター プレースホルダー 3">
            <a:extLst>
              <a:ext uri="{FF2B5EF4-FFF2-40B4-BE49-F238E27FC236}">
                <a16:creationId xmlns:a16="http://schemas.microsoft.com/office/drawing/2014/main" id="{9AD74643-024F-3BCD-5600-930BEC073AFF}"/>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BF8BEDC-6203-8908-DEF9-85072460979E}"/>
              </a:ext>
            </a:extLst>
          </p:cNvPr>
          <p:cNvSpPr>
            <a:spLocks noGrp="1"/>
          </p:cNvSpPr>
          <p:nvPr>
            <p:ph type="sldNum" sz="quarter" idx="12"/>
          </p:nvPr>
        </p:nvSpPr>
        <p:spPr/>
        <p:txBody>
          <a:bodyPr/>
          <a:lstStyle/>
          <a:p>
            <a:fld id="{DD22CB9B-F79E-41BA-8932-D1AB83BC2FA6}" type="slidenum">
              <a:rPr kumimoji="1" lang="ja-JP" altLang="en-US" smtClean="0"/>
              <a:t>‹#›</a:t>
            </a:fld>
            <a:endParaRPr kumimoji="1" lang="ja-JP" altLang="en-US"/>
          </a:p>
        </p:txBody>
      </p:sp>
    </p:spTree>
    <p:extLst>
      <p:ext uri="{BB962C8B-B14F-4D97-AF65-F5344CB8AC3E}">
        <p14:creationId xmlns:p14="http://schemas.microsoft.com/office/powerpoint/2010/main" val="747317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5B43880-0AC1-7F59-5320-3D97AA587468}"/>
              </a:ext>
            </a:extLst>
          </p:cNvPr>
          <p:cNvSpPr>
            <a:spLocks noGrp="1"/>
          </p:cNvSpPr>
          <p:nvPr>
            <p:ph type="dt" sz="half" idx="10"/>
          </p:nvPr>
        </p:nvSpPr>
        <p:spPr/>
        <p:txBody>
          <a:bodyPr/>
          <a:lstStyle/>
          <a:p>
            <a:fld id="{981CCB30-A13E-4F7E-AB61-BA69B2B2DE4E}" type="datetimeFigureOut">
              <a:rPr kumimoji="1" lang="ja-JP" altLang="en-US" smtClean="0"/>
              <a:t>2026/3/8</a:t>
            </a:fld>
            <a:endParaRPr kumimoji="1" lang="ja-JP" altLang="en-US"/>
          </a:p>
        </p:txBody>
      </p:sp>
      <p:sp>
        <p:nvSpPr>
          <p:cNvPr id="3" name="フッター プレースホルダー 2">
            <a:extLst>
              <a:ext uri="{FF2B5EF4-FFF2-40B4-BE49-F238E27FC236}">
                <a16:creationId xmlns:a16="http://schemas.microsoft.com/office/drawing/2014/main" id="{06CB413E-AB54-4FCF-4082-4D739592921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2E3CE3F-B1CD-E723-6E5F-7414CC9D85D0}"/>
              </a:ext>
            </a:extLst>
          </p:cNvPr>
          <p:cNvSpPr>
            <a:spLocks noGrp="1"/>
          </p:cNvSpPr>
          <p:nvPr>
            <p:ph type="sldNum" sz="quarter" idx="12"/>
          </p:nvPr>
        </p:nvSpPr>
        <p:spPr/>
        <p:txBody>
          <a:bodyPr/>
          <a:lstStyle/>
          <a:p>
            <a:fld id="{DD22CB9B-F79E-41BA-8932-D1AB83BC2FA6}" type="slidenum">
              <a:rPr kumimoji="1" lang="ja-JP" altLang="en-US" smtClean="0"/>
              <a:t>‹#›</a:t>
            </a:fld>
            <a:endParaRPr kumimoji="1" lang="ja-JP" altLang="en-US"/>
          </a:p>
        </p:txBody>
      </p:sp>
    </p:spTree>
    <p:extLst>
      <p:ext uri="{BB962C8B-B14F-4D97-AF65-F5344CB8AC3E}">
        <p14:creationId xmlns:p14="http://schemas.microsoft.com/office/powerpoint/2010/main" val="2168090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FD0BB7-B5E5-2553-6F07-54B6F04A998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58A6913-8BC4-701C-4BE6-988081D675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B95655F-2BD7-82A4-5A0A-F75C6D2600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3920F37-F06D-1A23-2635-5815E4588B4B}"/>
              </a:ext>
            </a:extLst>
          </p:cNvPr>
          <p:cNvSpPr>
            <a:spLocks noGrp="1"/>
          </p:cNvSpPr>
          <p:nvPr>
            <p:ph type="dt" sz="half" idx="10"/>
          </p:nvPr>
        </p:nvSpPr>
        <p:spPr/>
        <p:txBody>
          <a:bodyPr/>
          <a:lstStyle/>
          <a:p>
            <a:fld id="{981CCB30-A13E-4F7E-AB61-BA69B2B2DE4E}" type="datetimeFigureOut">
              <a:rPr kumimoji="1" lang="ja-JP" altLang="en-US" smtClean="0"/>
              <a:t>2026/3/8</a:t>
            </a:fld>
            <a:endParaRPr kumimoji="1" lang="ja-JP" altLang="en-US"/>
          </a:p>
        </p:txBody>
      </p:sp>
      <p:sp>
        <p:nvSpPr>
          <p:cNvPr id="6" name="フッター プレースホルダー 5">
            <a:extLst>
              <a:ext uri="{FF2B5EF4-FFF2-40B4-BE49-F238E27FC236}">
                <a16:creationId xmlns:a16="http://schemas.microsoft.com/office/drawing/2014/main" id="{4FF881C3-8686-03B9-ABC6-CC21B3DD627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4D2ACB8-1122-FB57-F2E8-2999011A2C56}"/>
              </a:ext>
            </a:extLst>
          </p:cNvPr>
          <p:cNvSpPr>
            <a:spLocks noGrp="1"/>
          </p:cNvSpPr>
          <p:nvPr>
            <p:ph type="sldNum" sz="quarter" idx="12"/>
          </p:nvPr>
        </p:nvSpPr>
        <p:spPr/>
        <p:txBody>
          <a:bodyPr/>
          <a:lstStyle/>
          <a:p>
            <a:fld id="{DD22CB9B-F79E-41BA-8932-D1AB83BC2FA6}" type="slidenum">
              <a:rPr kumimoji="1" lang="ja-JP" altLang="en-US" smtClean="0"/>
              <a:t>‹#›</a:t>
            </a:fld>
            <a:endParaRPr kumimoji="1" lang="ja-JP" altLang="en-US"/>
          </a:p>
        </p:txBody>
      </p:sp>
    </p:spTree>
    <p:extLst>
      <p:ext uri="{BB962C8B-B14F-4D97-AF65-F5344CB8AC3E}">
        <p14:creationId xmlns:p14="http://schemas.microsoft.com/office/powerpoint/2010/main" val="4229266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A63F96-B9AC-8661-6D35-C6B09BBA177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B3B5348-6E51-120F-3187-FB2A21CD93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9B92996-8DEA-F949-8471-EC9FBEA05E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02D5E46-4CF8-68B8-BD91-0F90B9BCE157}"/>
              </a:ext>
            </a:extLst>
          </p:cNvPr>
          <p:cNvSpPr>
            <a:spLocks noGrp="1"/>
          </p:cNvSpPr>
          <p:nvPr>
            <p:ph type="dt" sz="half" idx="10"/>
          </p:nvPr>
        </p:nvSpPr>
        <p:spPr/>
        <p:txBody>
          <a:bodyPr/>
          <a:lstStyle/>
          <a:p>
            <a:fld id="{981CCB30-A13E-4F7E-AB61-BA69B2B2DE4E}" type="datetimeFigureOut">
              <a:rPr kumimoji="1" lang="ja-JP" altLang="en-US" smtClean="0"/>
              <a:t>2026/3/8</a:t>
            </a:fld>
            <a:endParaRPr kumimoji="1" lang="ja-JP" altLang="en-US"/>
          </a:p>
        </p:txBody>
      </p:sp>
      <p:sp>
        <p:nvSpPr>
          <p:cNvPr id="6" name="フッター プレースホルダー 5">
            <a:extLst>
              <a:ext uri="{FF2B5EF4-FFF2-40B4-BE49-F238E27FC236}">
                <a16:creationId xmlns:a16="http://schemas.microsoft.com/office/drawing/2014/main" id="{0F435ED2-A6AF-C153-F05B-D6590354255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1D12B0B-60E6-01B7-2DAB-99A66510860F}"/>
              </a:ext>
            </a:extLst>
          </p:cNvPr>
          <p:cNvSpPr>
            <a:spLocks noGrp="1"/>
          </p:cNvSpPr>
          <p:nvPr>
            <p:ph type="sldNum" sz="quarter" idx="12"/>
          </p:nvPr>
        </p:nvSpPr>
        <p:spPr/>
        <p:txBody>
          <a:bodyPr/>
          <a:lstStyle/>
          <a:p>
            <a:fld id="{DD22CB9B-F79E-41BA-8932-D1AB83BC2FA6}" type="slidenum">
              <a:rPr kumimoji="1" lang="ja-JP" altLang="en-US" smtClean="0"/>
              <a:t>‹#›</a:t>
            </a:fld>
            <a:endParaRPr kumimoji="1" lang="ja-JP" altLang="en-US"/>
          </a:p>
        </p:txBody>
      </p:sp>
    </p:spTree>
    <p:extLst>
      <p:ext uri="{BB962C8B-B14F-4D97-AF65-F5344CB8AC3E}">
        <p14:creationId xmlns:p14="http://schemas.microsoft.com/office/powerpoint/2010/main" val="206371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32F419-C201-FE17-1135-C433311D726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5C1CA3F-A429-7ACF-00BB-2D743383502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76FB571-8187-14E9-DF2D-809938D738B5}"/>
              </a:ext>
            </a:extLst>
          </p:cNvPr>
          <p:cNvSpPr>
            <a:spLocks noGrp="1"/>
          </p:cNvSpPr>
          <p:nvPr>
            <p:ph type="dt" sz="half" idx="10"/>
          </p:nvPr>
        </p:nvSpPr>
        <p:spPr/>
        <p:txBody>
          <a:bodyPr/>
          <a:lstStyle/>
          <a:p>
            <a:fld id="{981CCB30-A13E-4F7E-AB61-BA69B2B2DE4E}" type="datetimeFigureOut">
              <a:rPr kumimoji="1" lang="ja-JP" altLang="en-US" smtClean="0"/>
              <a:t>2026/3/8</a:t>
            </a:fld>
            <a:endParaRPr kumimoji="1" lang="ja-JP" altLang="en-US"/>
          </a:p>
        </p:txBody>
      </p:sp>
      <p:sp>
        <p:nvSpPr>
          <p:cNvPr id="5" name="フッター プレースホルダー 4">
            <a:extLst>
              <a:ext uri="{FF2B5EF4-FFF2-40B4-BE49-F238E27FC236}">
                <a16:creationId xmlns:a16="http://schemas.microsoft.com/office/drawing/2014/main" id="{99D54E24-4553-C176-6992-EC3E134F4F9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1284932-031D-4D8B-BFEF-88AD7E543CBF}"/>
              </a:ext>
            </a:extLst>
          </p:cNvPr>
          <p:cNvSpPr>
            <a:spLocks noGrp="1"/>
          </p:cNvSpPr>
          <p:nvPr>
            <p:ph type="sldNum" sz="quarter" idx="12"/>
          </p:nvPr>
        </p:nvSpPr>
        <p:spPr/>
        <p:txBody>
          <a:bodyPr/>
          <a:lstStyle/>
          <a:p>
            <a:fld id="{DD22CB9B-F79E-41BA-8932-D1AB83BC2FA6}" type="slidenum">
              <a:rPr kumimoji="1" lang="ja-JP" altLang="en-US" smtClean="0"/>
              <a:t>‹#›</a:t>
            </a:fld>
            <a:endParaRPr kumimoji="1" lang="ja-JP" altLang="en-US"/>
          </a:p>
        </p:txBody>
      </p:sp>
    </p:spTree>
    <p:extLst>
      <p:ext uri="{BB962C8B-B14F-4D97-AF65-F5344CB8AC3E}">
        <p14:creationId xmlns:p14="http://schemas.microsoft.com/office/powerpoint/2010/main" val="2986952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B1E6340-5687-9FBD-ABEA-5A9B648903E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5C99D42-E68D-E14A-EE38-2806E7C989F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6E60D8B-48B1-9D62-A4F9-212C7EAB5F54}"/>
              </a:ext>
            </a:extLst>
          </p:cNvPr>
          <p:cNvSpPr>
            <a:spLocks noGrp="1"/>
          </p:cNvSpPr>
          <p:nvPr>
            <p:ph type="dt" sz="half" idx="10"/>
          </p:nvPr>
        </p:nvSpPr>
        <p:spPr/>
        <p:txBody>
          <a:bodyPr/>
          <a:lstStyle/>
          <a:p>
            <a:fld id="{981CCB30-A13E-4F7E-AB61-BA69B2B2DE4E}" type="datetimeFigureOut">
              <a:rPr kumimoji="1" lang="ja-JP" altLang="en-US" smtClean="0"/>
              <a:t>2026/3/8</a:t>
            </a:fld>
            <a:endParaRPr kumimoji="1" lang="ja-JP" altLang="en-US"/>
          </a:p>
        </p:txBody>
      </p:sp>
      <p:sp>
        <p:nvSpPr>
          <p:cNvPr id="5" name="フッター プレースホルダー 4">
            <a:extLst>
              <a:ext uri="{FF2B5EF4-FFF2-40B4-BE49-F238E27FC236}">
                <a16:creationId xmlns:a16="http://schemas.microsoft.com/office/drawing/2014/main" id="{47C538B8-CD31-E238-386B-4D163B3BC24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87FDA95-1D71-43EB-663B-A2133B6E4764}"/>
              </a:ext>
            </a:extLst>
          </p:cNvPr>
          <p:cNvSpPr>
            <a:spLocks noGrp="1"/>
          </p:cNvSpPr>
          <p:nvPr>
            <p:ph type="sldNum" sz="quarter" idx="12"/>
          </p:nvPr>
        </p:nvSpPr>
        <p:spPr/>
        <p:txBody>
          <a:bodyPr/>
          <a:lstStyle/>
          <a:p>
            <a:fld id="{DD22CB9B-F79E-41BA-8932-D1AB83BC2FA6}" type="slidenum">
              <a:rPr kumimoji="1" lang="ja-JP" altLang="en-US" smtClean="0"/>
              <a:t>‹#›</a:t>
            </a:fld>
            <a:endParaRPr kumimoji="1" lang="ja-JP" altLang="en-US"/>
          </a:p>
        </p:txBody>
      </p:sp>
    </p:spTree>
    <p:extLst>
      <p:ext uri="{BB962C8B-B14F-4D97-AF65-F5344CB8AC3E}">
        <p14:creationId xmlns:p14="http://schemas.microsoft.com/office/powerpoint/2010/main" val="697893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227E25E-8897-DA98-021A-C24881FDA0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0F5F229-A907-1D2B-28F4-8D8138E07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39E20EC-8B4B-0B3F-5FC8-41F24878A5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1CCB30-A13E-4F7E-AB61-BA69B2B2DE4E}" type="datetimeFigureOut">
              <a:rPr kumimoji="1" lang="ja-JP" altLang="en-US" smtClean="0"/>
              <a:t>2026/3/8</a:t>
            </a:fld>
            <a:endParaRPr kumimoji="1" lang="ja-JP" altLang="en-US"/>
          </a:p>
        </p:txBody>
      </p:sp>
      <p:sp>
        <p:nvSpPr>
          <p:cNvPr id="5" name="フッター プレースホルダー 4">
            <a:extLst>
              <a:ext uri="{FF2B5EF4-FFF2-40B4-BE49-F238E27FC236}">
                <a16:creationId xmlns:a16="http://schemas.microsoft.com/office/drawing/2014/main" id="{2103B42C-EE76-7715-3513-18D1C6B1AC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EF41F8F-2E2E-FF75-0D4F-8393F7DE1C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22CB9B-F79E-41BA-8932-D1AB83BC2FA6}" type="slidenum">
              <a:rPr kumimoji="1" lang="ja-JP" altLang="en-US" smtClean="0"/>
              <a:t>‹#›</a:t>
            </a:fld>
            <a:endParaRPr kumimoji="1" lang="ja-JP" altLang="en-US"/>
          </a:p>
        </p:txBody>
      </p:sp>
    </p:spTree>
    <p:extLst>
      <p:ext uri="{BB962C8B-B14F-4D97-AF65-F5344CB8AC3E}">
        <p14:creationId xmlns:p14="http://schemas.microsoft.com/office/powerpoint/2010/main" val="1357851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0.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A096FF-9690-DA89-2C4B-F670E6FEE79F}"/>
              </a:ext>
            </a:extLst>
          </p:cNvPr>
          <p:cNvSpPr>
            <a:spLocks noGrp="1"/>
          </p:cNvSpPr>
          <p:nvPr>
            <p:ph type="title"/>
          </p:nvPr>
        </p:nvSpPr>
        <p:spPr/>
        <p:txBody>
          <a:bodyPr/>
          <a:lstStyle/>
          <a:p>
            <a:r>
              <a:rPr kumimoji="1" lang="en-US" altLang="ja-JP" dirty="0">
                <a:latin typeface="Calibri" panose="020F0502020204030204" pitchFamily="34" charset="0"/>
                <a:ea typeface="Calibri" panose="020F0502020204030204" pitchFamily="34" charset="0"/>
                <a:cs typeface="Calibri" panose="020F0502020204030204" pitchFamily="34" charset="0"/>
              </a:rPr>
              <a:t>Task-breaker -</a:t>
            </a:r>
            <a:r>
              <a:rPr lang="ja-JP" altLang="en-US" dirty="0">
                <a:latin typeface="Calibri" panose="020F0502020204030204" pitchFamily="34" charset="0"/>
                <a:cs typeface="Calibri" panose="020F0502020204030204" pitchFamily="34" charset="0"/>
              </a:rPr>
              <a:t> </a:t>
            </a:r>
            <a:r>
              <a:rPr lang="en-US" altLang="ja-JP" dirty="0">
                <a:latin typeface="Calibri" panose="020F0502020204030204" pitchFamily="34" charset="0"/>
                <a:ea typeface="Calibri" panose="020F0502020204030204" pitchFamily="34" charset="0"/>
                <a:cs typeface="Calibri" panose="020F0502020204030204" pitchFamily="34" charset="0"/>
              </a:rPr>
              <a:t>From overwhelm to done</a:t>
            </a:r>
            <a:endParaRPr kumimoji="1" lang="ja-JP" altLang="en-US" dirty="0">
              <a:latin typeface="Calibri" panose="020F0502020204030204" pitchFamily="34" charset="0"/>
              <a:cs typeface="Calibri" panose="020F0502020204030204" pitchFamily="34" charset="0"/>
            </a:endParaRPr>
          </a:p>
        </p:txBody>
      </p:sp>
      <p:sp>
        <p:nvSpPr>
          <p:cNvPr id="3" name="縦書きテキスト プレースホルダー 2">
            <a:extLst>
              <a:ext uri="{FF2B5EF4-FFF2-40B4-BE49-F238E27FC236}">
                <a16:creationId xmlns:a16="http://schemas.microsoft.com/office/drawing/2014/main" id="{C8E63949-5ACB-A8A4-CEEB-40D4AABD23C4}"/>
              </a:ext>
            </a:extLst>
          </p:cNvPr>
          <p:cNvSpPr>
            <a:spLocks noGrp="1"/>
          </p:cNvSpPr>
          <p:nvPr>
            <p:ph type="body" orient="vert" idx="1"/>
          </p:nvPr>
        </p:nvSpPr>
        <p:spPr>
          <a:xfrm>
            <a:off x="6137333" y="2088202"/>
            <a:ext cx="5998105" cy="4501133"/>
          </a:xfrm>
        </p:spPr>
        <p:txBody>
          <a:bodyPr vert="horz">
            <a:normAutofit fontScale="92500" lnSpcReduction="20000"/>
          </a:bodyPr>
          <a:lstStyle/>
          <a:p>
            <a:pPr marL="0" indent="0">
              <a:buNone/>
            </a:pPr>
            <a:r>
              <a:rPr lang="en-US" altLang="ja-JP" sz="1700" b="1" dirty="0">
                <a:latin typeface="Calibri" panose="020F0502020204030204" pitchFamily="34" charset="0"/>
                <a:ea typeface="Calibri" panose="020F0502020204030204" pitchFamily="34" charset="0"/>
                <a:cs typeface="Calibri" panose="020F0502020204030204" pitchFamily="34" charset="0"/>
              </a:rPr>
              <a:t>Problem:</a:t>
            </a:r>
          </a:p>
          <a:p>
            <a:pPr marL="0" indent="0">
              <a:buNone/>
            </a:pPr>
            <a:r>
              <a:rPr lang="en-US" altLang="ja-JP" sz="1600" dirty="0">
                <a:latin typeface="Calibri" panose="020F0502020204030204" pitchFamily="34" charset="0"/>
                <a:ea typeface="Calibri" panose="020F0502020204030204" pitchFamily="34" charset="0"/>
                <a:cs typeface="Calibri" panose="020F0502020204030204" pitchFamily="34" charset="0"/>
              </a:rPr>
              <a:t>In a Enterprise, many people use To Do apps to manage their work, but when tasks are created without much thought, </a:t>
            </a:r>
            <a:r>
              <a:rPr lang="en-US" altLang="ja-JP" sz="1600" b="1" i="1" dirty="0">
                <a:latin typeface="Calibri" panose="020F0502020204030204" pitchFamily="34" charset="0"/>
                <a:ea typeface="Calibri" panose="020F0502020204030204" pitchFamily="34" charset="0"/>
                <a:cs typeface="Calibri" panose="020F0502020204030204" pitchFamily="34" charset="0"/>
              </a:rPr>
              <a:t>you can end up unsure whether a task is truly “done,” or unclear about what the next step should be. </a:t>
            </a:r>
            <a:r>
              <a:rPr lang="en-US" altLang="ja-JP" sz="1600" dirty="0">
                <a:latin typeface="Calibri" panose="020F0502020204030204" pitchFamily="34" charset="0"/>
                <a:ea typeface="Calibri" panose="020F0502020204030204" pitchFamily="34" charset="0"/>
                <a:cs typeface="Calibri" panose="020F0502020204030204" pitchFamily="34" charset="0"/>
              </a:rPr>
              <a:t>When that happens, you don’t finish what you planned for the day, it feels discouraging, and over time the </a:t>
            </a:r>
            <a:r>
              <a:rPr lang="en-US" altLang="ja-JP" sz="1600" b="1" i="1" dirty="0">
                <a:latin typeface="Calibri" panose="020F0502020204030204" pitchFamily="34" charset="0"/>
                <a:ea typeface="Calibri" panose="020F0502020204030204" pitchFamily="34" charset="0"/>
                <a:cs typeface="Calibri" panose="020F0502020204030204" pitchFamily="34" charset="0"/>
              </a:rPr>
              <a:t>backlog keeps growing—eventually leading to a sense of helplessness.</a:t>
            </a:r>
            <a:r>
              <a:rPr lang="en-US" altLang="ja-JP" sz="1600" b="1" dirty="0">
                <a:latin typeface="Calibri" panose="020F0502020204030204" pitchFamily="34" charset="0"/>
                <a:ea typeface="Calibri" panose="020F0502020204030204" pitchFamily="34" charset="0"/>
                <a:cs typeface="Calibri" panose="020F0502020204030204" pitchFamily="34" charset="0"/>
              </a:rPr>
              <a:t> </a:t>
            </a:r>
            <a:r>
              <a:rPr lang="en-US" altLang="ja-JP" sz="1600" dirty="0">
                <a:latin typeface="Calibri" panose="020F0502020204030204" pitchFamily="34" charset="0"/>
                <a:ea typeface="Calibri" panose="020F0502020204030204" pitchFamily="34" charset="0"/>
                <a:cs typeface="Calibri" panose="020F0502020204030204" pitchFamily="34" charset="0"/>
              </a:rPr>
              <a:t>On the other hand, if you try to do everything “properly”—breaking tasks into the right size and writing down all the necessary context as notes—it takes a lot of time. Then you have less time to actually make progress on the work itself.</a:t>
            </a:r>
          </a:p>
          <a:p>
            <a:pPr marL="0" indent="0">
              <a:buNone/>
            </a:pPr>
            <a:endParaRPr lang="en-US" altLang="ja-JP" sz="16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altLang="ja-JP" sz="1700" b="1" dirty="0">
                <a:latin typeface="Calibri" panose="020F0502020204030204" pitchFamily="34" charset="0"/>
                <a:ea typeface="Calibri" panose="020F0502020204030204" pitchFamily="34" charset="0"/>
                <a:cs typeface="Calibri" panose="020F0502020204030204" pitchFamily="34" charset="0"/>
              </a:rPr>
              <a:t>Solution:</a:t>
            </a:r>
          </a:p>
          <a:p>
            <a:pPr marL="0" indent="0">
              <a:buNone/>
            </a:pPr>
            <a:r>
              <a:rPr lang="en-US" altLang="ja-JP" sz="1600" dirty="0">
                <a:latin typeface="Calibri" panose="020F0502020204030204" pitchFamily="34" charset="0"/>
                <a:ea typeface="Calibri" panose="020F0502020204030204" pitchFamily="34" charset="0"/>
                <a:cs typeface="Calibri" panose="020F0502020204030204" pitchFamily="34" charset="0"/>
              </a:rPr>
              <a:t>I believe this happens because the context and level of detail that the user has in their head are not sufficiently captured in the task. Later—when trying to make progress or deciding whether to mark a task as complete—the user can’t accurately recall the original context, and the task becomes hard to manage. By leveraging an AI solution to collect missing context and monitor task granularity, we can keep tasks at an appropriate size and with the right level of detail. This makes it easier for users to manage task status—and to record progress even in small steps. </a:t>
            </a:r>
            <a:r>
              <a:rPr lang="en-US" altLang="ja-JP" sz="1600" b="1" i="1" dirty="0">
                <a:latin typeface="Calibri" panose="020F0502020204030204" pitchFamily="34" charset="0"/>
                <a:ea typeface="Calibri" panose="020F0502020204030204" pitchFamily="34" charset="0"/>
                <a:cs typeface="Calibri" panose="020F0502020204030204" pitchFamily="34" charset="0"/>
              </a:rPr>
              <a:t>The biggest benefit is reducing the feeling of being overwhelmed by tasks, which should help prevent burnout.</a:t>
            </a:r>
          </a:p>
        </p:txBody>
      </p:sp>
      <p:pic>
        <p:nvPicPr>
          <p:cNvPr id="4" name="図 3">
            <a:extLst>
              <a:ext uri="{FF2B5EF4-FFF2-40B4-BE49-F238E27FC236}">
                <a16:creationId xmlns:a16="http://schemas.microsoft.com/office/drawing/2014/main" id="{3A2DDA6F-0D0D-3361-EABC-DD13FDACD898}"/>
              </a:ext>
            </a:extLst>
          </p:cNvPr>
          <p:cNvPicPr>
            <a:picLocks noChangeAspect="1"/>
          </p:cNvPicPr>
          <p:nvPr/>
        </p:nvPicPr>
        <p:blipFill>
          <a:blip r:embed="rId2"/>
          <a:srcRect r="35775"/>
          <a:stretch>
            <a:fillRect/>
          </a:stretch>
        </p:blipFill>
        <p:spPr>
          <a:xfrm>
            <a:off x="82142" y="2088202"/>
            <a:ext cx="6013858" cy="3822404"/>
          </a:xfrm>
          <a:prstGeom prst="rect">
            <a:avLst/>
          </a:prstGeom>
        </p:spPr>
      </p:pic>
      <p:sp>
        <p:nvSpPr>
          <p:cNvPr id="8" name="縦書きテキスト プレースホルダー 2">
            <a:extLst>
              <a:ext uri="{FF2B5EF4-FFF2-40B4-BE49-F238E27FC236}">
                <a16:creationId xmlns:a16="http://schemas.microsoft.com/office/drawing/2014/main" id="{88A55A6D-C061-2539-C3FC-46920A41C188}"/>
              </a:ext>
            </a:extLst>
          </p:cNvPr>
          <p:cNvSpPr txBox="1">
            <a:spLocks/>
          </p:cNvSpPr>
          <p:nvPr/>
        </p:nvSpPr>
        <p:spPr>
          <a:xfrm>
            <a:off x="3453786" y="58434"/>
            <a:ext cx="45574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endParaRPr lang="ja-JP" altLang="en-US" dirty="0"/>
          </a:p>
        </p:txBody>
      </p:sp>
      <p:sp>
        <p:nvSpPr>
          <p:cNvPr id="10" name="テキスト ボックス 9">
            <a:extLst>
              <a:ext uri="{FF2B5EF4-FFF2-40B4-BE49-F238E27FC236}">
                <a16:creationId xmlns:a16="http://schemas.microsoft.com/office/drawing/2014/main" id="{D74E4A27-9B74-A855-A8F2-BC4D6F4C40B5}"/>
              </a:ext>
            </a:extLst>
          </p:cNvPr>
          <p:cNvSpPr txBox="1"/>
          <p:nvPr/>
        </p:nvSpPr>
        <p:spPr>
          <a:xfrm>
            <a:off x="2684490" y="1401803"/>
            <a:ext cx="6096000" cy="369332"/>
          </a:xfrm>
          <a:prstGeom prst="rect">
            <a:avLst/>
          </a:prstGeom>
          <a:noFill/>
        </p:spPr>
        <p:txBody>
          <a:bodyPr wrap="square">
            <a:spAutoFit/>
          </a:bodyPr>
          <a:lstStyle/>
          <a:p>
            <a:pPr algn="ctr"/>
            <a:r>
              <a:rPr lang="en-US" altLang="ja-JP" dirty="0">
                <a:latin typeface="Calibri" panose="020F0502020204030204" pitchFamily="34" charset="0"/>
                <a:ea typeface="Calibri" panose="020F0502020204030204" pitchFamily="34" charset="0"/>
                <a:cs typeface="Calibri" panose="020F0502020204030204" pitchFamily="34" charset="0"/>
              </a:rPr>
              <a:t>https://github.com/shunkino/task-breaker</a:t>
            </a:r>
            <a:endParaRPr lang="ja-JP" altLang="en-US" dirty="0">
              <a:latin typeface="Calibri" panose="020F0502020204030204" pitchFamily="34" charset="0"/>
              <a:cs typeface="Calibri" panose="020F0502020204030204" pitchFamily="34" charset="0"/>
            </a:endParaRPr>
          </a:p>
        </p:txBody>
      </p:sp>
      <p:sp>
        <p:nvSpPr>
          <p:cNvPr id="11" name="テキスト ボックス 10">
            <a:extLst>
              <a:ext uri="{FF2B5EF4-FFF2-40B4-BE49-F238E27FC236}">
                <a16:creationId xmlns:a16="http://schemas.microsoft.com/office/drawing/2014/main" id="{1C1D6AB3-95BA-8745-67E7-B97E2725C9E1}"/>
              </a:ext>
            </a:extLst>
          </p:cNvPr>
          <p:cNvSpPr txBox="1"/>
          <p:nvPr/>
        </p:nvSpPr>
        <p:spPr>
          <a:xfrm>
            <a:off x="56562" y="5938788"/>
            <a:ext cx="6096000" cy="338554"/>
          </a:xfrm>
          <a:prstGeom prst="rect">
            <a:avLst/>
          </a:prstGeom>
          <a:noFill/>
        </p:spPr>
        <p:txBody>
          <a:bodyPr wrap="square">
            <a:spAutoFit/>
          </a:bodyPr>
          <a:lstStyle/>
          <a:p>
            <a:pPr algn="ctr"/>
            <a:r>
              <a:rPr lang="en-US" altLang="ja-JP" sz="1600" dirty="0">
                <a:latin typeface="Calibri" panose="020F0502020204030204" pitchFamily="34" charset="0"/>
                <a:ea typeface="Calibri" panose="020F0502020204030204" pitchFamily="34" charset="0"/>
                <a:cs typeface="Calibri" panose="020F0502020204030204" pitchFamily="34" charset="0"/>
              </a:rPr>
              <a:t>(So many tasks piled up that I wanted to knock out, but couldn’t.…</a:t>
            </a:r>
            <a:r>
              <a:rPr lang="ja-JP" altLang="en-US" sz="1600" dirty="0">
                <a:latin typeface="Calibri" panose="020F0502020204030204" pitchFamily="34" charset="0"/>
                <a:ea typeface="Calibri" panose="020F0502020204030204" pitchFamily="34" charset="0"/>
                <a:cs typeface="Calibri" panose="020F0502020204030204" pitchFamily="34" charset="0"/>
              </a:rPr>
              <a:t>🥲</a:t>
            </a:r>
            <a:r>
              <a:rPr lang="en-US" altLang="ja-JP" sz="1600" dirty="0">
                <a:latin typeface="Calibri" panose="020F0502020204030204" pitchFamily="34" charset="0"/>
                <a:ea typeface="Calibri" panose="020F0502020204030204" pitchFamily="34" charset="0"/>
                <a:cs typeface="Calibri" panose="020F0502020204030204" pitchFamily="34" charset="0"/>
              </a:rPr>
              <a:t>)</a:t>
            </a:r>
            <a:endParaRPr lang="ja-JP" altLang="en-US"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48074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DD311-A131-9290-9782-6DEF1F48D87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DA37F23-4DA1-59E5-52A4-6BF211630A2E}"/>
              </a:ext>
            </a:extLst>
          </p:cNvPr>
          <p:cNvSpPr>
            <a:spLocks noGrp="1"/>
          </p:cNvSpPr>
          <p:nvPr>
            <p:ph type="title"/>
          </p:nvPr>
        </p:nvSpPr>
        <p:spPr>
          <a:xfrm>
            <a:off x="838200" y="-219075"/>
            <a:ext cx="10515600" cy="1325563"/>
          </a:xfrm>
        </p:spPr>
        <p:txBody>
          <a:bodyPr/>
          <a:lstStyle/>
          <a:p>
            <a:r>
              <a:rPr lang="en-US" altLang="ja-JP" dirty="0"/>
              <a:t>Architecture and Features</a:t>
            </a:r>
            <a:endParaRPr kumimoji="1" lang="ja-JP" altLang="en-US" dirty="0"/>
          </a:p>
        </p:txBody>
      </p:sp>
      <p:sp>
        <p:nvSpPr>
          <p:cNvPr id="8" name="縦書きテキスト プレースホルダー 2">
            <a:extLst>
              <a:ext uri="{FF2B5EF4-FFF2-40B4-BE49-F238E27FC236}">
                <a16:creationId xmlns:a16="http://schemas.microsoft.com/office/drawing/2014/main" id="{4BA8F90C-6178-16DA-9EA2-D0A310B47F3F}"/>
              </a:ext>
            </a:extLst>
          </p:cNvPr>
          <p:cNvSpPr txBox="1">
            <a:spLocks/>
          </p:cNvSpPr>
          <p:nvPr/>
        </p:nvSpPr>
        <p:spPr>
          <a:xfrm>
            <a:off x="3453786" y="58434"/>
            <a:ext cx="45574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endParaRPr lang="ja-JP" altLang="en-US" dirty="0"/>
          </a:p>
        </p:txBody>
      </p:sp>
      <p:pic>
        <p:nvPicPr>
          <p:cNvPr id="9" name="図 8">
            <a:extLst>
              <a:ext uri="{FF2B5EF4-FFF2-40B4-BE49-F238E27FC236}">
                <a16:creationId xmlns:a16="http://schemas.microsoft.com/office/drawing/2014/main" id="{7EF148BB-3B93-C7CE-B8A9-DFAC1FE31C5A}"/>
              </a:ext>
            </a:extLst>
          </p:cNvPr>
          <p:cNvPicPr>
            <a:picLocks noChangeAspect="1"/>
          </p:cNvPicPr>
          <p:nvPr/>
        </p:nvPicPr>
        <p:blipFill>
          <a:blip r:embed="rId2"/>
          <a:srcRect b="7298"/>
          <a:stretch>
            <a:fillRect/>
          </a:stretch>
        </p:blipFill>
        <p:spPr>
          <a:xfrm>
            <a:off x="6622045" y="3657600"/>
            <a:ext cx="5620100" cy="3403600"/>
          </a:xfrm>
          <a:prstGeom prst="rect">
            <a:avLst/>
          </a:prstGeom>
        </p:spPr>
      </p:pic>
      <p:pic>
        <p:nvPicPr>
          <p:cNvPr id="12" name="図 11">
            <a:extLst>
              <a:ext uri="{FF2B5EF4-FFF2-40B4-BE49-F238E27FC236}">
                <a16:creationId xmlns:a16="http://schemas.microsoft.com/office/drawing/2014/main" id="{89B4723A-6201-2817-5C45-82B702294B80}"/>
              </a:ext>
            </a:extLst>
          </p:cNvPr>
          <p:cNvPicPr>
            <a:picLocks noChangeAspect="1"/>
          </p:cNvPicPr>
          <p:nvPr/>
        </p:nvPicPr>
        <p:blipFill>
          <a:blip r:embed="rId3"/>
          <a:stretch>
            <a:fillRect/>
          </a:stretch>
        </p:blipFill>
        <p:spPr>
          <a:xfrm>
            <a:off x="-47185" y="720462"/>
            <a:ext cx="8282816" cy="2937138"/>
          </a:xfrm>
          <a:prstGeom prst="rect">
            <a:avLst/>
          </a:prstGeom>
        </p:spPr>
      </p:pic>
      <p:sp>
        <p:nvSpPr>
          <p:cNvPr id="13" name="縦書きテキスト プレースホルダー 2">
            <a:extLst>
              <a:ext uri="{FF2B5EF4-FFF2-40B4-BE49-F238E27FC236}">
                <a16:creationId xmlns:a16="http://schemas.microsoft.com/office/drawing/2014/main" id="{F15B156B-04AD-C4C6-1BCC-8658CBD24486}"/>
              </a:ext>
            </a:extLst>
          </p:cNvPr>
          <p:cNvSpPr>
            <a:spLocks noGrp="1"/>
          </p:cNvSpPr>
          <p:nvPr>
            <p:ph type="body" orient="vert" idx="1"/>
          </p:nvPr>
        </p:nvSpPr>
        <p:spPr>
          <a:xfrm>
            <a:off x="8291140" y="720463"/>
            <a:ext cx="3837252" cy="2877870"/>
          </a:xfrm>
        </p:spPr>
        <p:txBody>
          <a:bodyPr vert="horz">
            <a:normAutofit fontScale="92500"/>
          </a:bodyPr>
          <a:lstStyle/>
          <a:p>
            <a:pPr marL="0" indent="0">
              <a:buNone/>
            </a:pPr>
            <a:r>
              <a:rPr lang="en-US" altLang="ja-JP" sz="1700" b="1" dirty="0">
                <a:latin typeface="Calibri" panose="020F0502020204030204" pitchFamily="34" charset="0"/>
                <a:ea typeface="Calibri" panose="020F0502020204030204" pitchFamily="34" charset="0"/>
                <a:cs typeface="Calibri" panose="020F0502020204030204" pitchFamily="34" charset="0"/>
              </a:rPr>
              <a:t>Main user scenario:</a:t>
            </a:r>
          </a:p>
          <a:p>
            <a:pPr marL="342900" indent="-342900">
              <a:buAutoNum type="arabicPeriod"/>
            </a:pPr>
            <a:r>
              <a:rPr lang="en-US" altLang="ja-JP" sz="1600" dirty="0">
                <a:latin typeface="Calibri" panose="020F0502020204030204" pitchFamily="34" charset="0"/>
                <a:ea typeface="Calibri" panose="020F0502020204030204" pitchFamily="34" charset="0"/>
                <a:cs typeface="Calibri" panose="020F0502020204030204" pitchFamily="34" charset="0"/>
              </a:rPr>
              <a:t>The user creates a task.</a:t>
            </a:r>
          </a:p>
          <a:p>
            <a:pPr marL="342900" indent="-342900">
              <a:buAutoNum type="arabicPeriod"/>
            </a:pPr>
            <a:r>
              <a:rPr lang="en-US" altLang="ja-JP" sz="1600" dirty="0" err="1">
                <a:latin typeface="Calibri" panose="020F0502020204030204" pitchFamily="34" charset="0"/>
                <a:ea typeface="Calibri" panose="020F0502020204030204" pitchFamily="34" charset="0"/>
                <a:cs typeface="Calibri" panose="020F0502020204030204" pitchFamily="34" charset="0"/>
              </a:rPr>
              <a:t>WorkIQ</a:t>
            </a:r>
            <a:r>
              <a:rPr lang="en-US" altLang="ja-JP" sz="1600" dirty="0">
                <a:latin typeface="Calibri" panose="020F0502020204030204" pitchFamily="34" charset="0"/>
                <a:ea typeface="Calibri" panose="020F0502020204030204" pitchFamily="34" charset="0"/>
                <a:cs typeface="Calibri" panose="020F0502020204030204" pitchFamily="34" charset="0"/>
              </a:rPr>
              <a:t> gathers relevant context and stores it alongside the task.</a:t>
            </a:r>
          </a:p>
          <a:p>
            <a:pPr marL="342900" indent="-342900">
              <a:buAutoNum type="arabicPeriod"/>
            </a:pPr>
            <a:r>
              <a:rPr lang="en-US" altLang="ja-JP" sz="1600" dirty="0">
                <a:latin typeface="Calibri" panose="020F0502020204030204" pitchFamily="34" charset="0"/>
                <a:ea typeface="Calibri" panose="020F0502020204030204" pitchFamily="34" charset="0"/>
                <a:cs typeface="Calibri" panose="020F0502020204030204" pitchFamily="34" charset="0"/>
              </a:rPr>
              <a:t>If the task becomes stale for a configured period (or the user clicks Break down), the break-down flow starts.</a:t>
            </a:r>
          </a:p>
          <a:p>
            <a:pPr marL="342900" indent="-342900">
              <a:buAutoNum type="arabicPeriod"/>
            </a:pPr>
            <a:r>
              <a:rPr lang="en-US" altLang="ja-JP" sz="1600" dirty="0">
                <a:latin typeface="Calibri" panose="020F0502020204030204" pitchFamily="34" charset="0"/>
                <a:ea typeface="Calibri" panose="020F0502020204030204" pitchFamily="34" charset="0"/>
                <a:cs typeface="Calibri" panose="020F0502020204030204" pitchFamily="34" charset="0"/>
              </a:rPr>
              <a:t>The break-down flow uses the task notes and additional context from </a:t>
            </a:r>
            <a:r>
              <a:rPr lang="en-US" altLang="ja-JP" sz="1600" dirty="0" err="1">
                <a:latin typeface="Calibri" panose="020F0502020204030204" pitchFamily="34" charset="0"/>
                <a:ea typeface="Calibri" panose="020F0502020204030204" pitchFamily="34" charset="0"/>
                <a:cs typeface="Calibri" panose="020F0502020204030204" pitchFamily="34" charset="0"/>
              </a:rPr>
              <a:t>WorkIQ</a:t>
            </a:r>
            <a:r>
              <a:rPr lang="en-US" altLang="ja-JP" sz="1600" dirty="0">
                <a:latin typeface="Calibri" panose="020F0502020204030204" pitchFamily="34" charset="0"/>
                <a:ea typeface="Calibri" panose="020F0502020204030204" pitchFamily="34" charset="0"/>
                <a:cs typeface="Calibri" panose="020F0502020204030204" pitchFamily="34" charset="0"/>
              </a:rPr>
              <a:t> to split the task into smaller, actionable tasks.</a:t>
            </a:r>
          </a:p>
        </p:txBody>
      </p:sp>
      <p:sp>
        <p:nvSpPr>
          <p:cNvPr id="14" name="縦書きテキスト プレースホルダー 2">
            <a:extLst>
              <a:ext uri="{FF2B5EF4-FFF2-40B4-BE49-F238E27FC236}">
                <a16:creationId xmlns:a16="http://schemas.microsoft.com/office/drawing/2014/main" id="{784536D7-8552-1F7A-4B98-C01D0BC21712}"/>
              </a:ext>
            </a:extLst>
          </p:cNvPr>
          <p:cNvSpPr txBox="1">
            <a:spLocks/>
          </p:cNvSpPr>
          <p:nvPr/>
        </p:nvSpPr>
        <p:spPr>
          <a:xfrm>
            <a:off x="89926" y="3833917"/>
            <a:ext cx="3927944" cy="287787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700" b="1" dirty="0">
                <a:latin typeface="Calibri" panose="020F0502020204030204" pitchFamily="34" charset="0"/>
                <a:ea typeface="Calibri" panose="020F0502020204030204" pitchFamily="34" charset="0"/>
                <a:cs typeface="Calibri" panose="020F0502020204030204" pitchFamily="34" charset="0"/>
              </a:rPr>
              <a:t>Additional Features:</a:t>
            </a:r>
            <a:endParaRPr lang="en-US" altLang="ja-JP" sz="1500" dirty="0">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ü"/>
            </a:pPr>
            <a:r>
              <a:rPr lang="en-US" altLang="ja-JP" sz="1600" dirty="0">
                <a:latin typeface="Calibri" panose="020F0502020204030204" pitchFamily="34" charset="0"/>
                <a:ea typeface="Calibri" panose="020F0502020204030204" pitchFamily="34" charset="0"/>
                <a:cs typeface="Calibri" panose="020F0502020204030204" pitchFamily="34" charset="0"/>
              </a:rPr>
              <a:t>Core to‑do list with task hierarchy (parent/child tasks)</a:t>
            </a:r>
          </a:p>
          <a:p>
            <a:pPr>
              <a:buFont typeface="Wingdings" panose="05000000000000000000" pitchFamily="2" charset="2"/>
              <a:buChar char="ü"/>
            </a:pPr>
            <a:r>
              <a:rPr lang="en-US" altLang="ja-JP" sz="1600" dirty="0">
                <a:latin typeface="Calibri" panose="020F0502020204030204" pitchFamily="34" charset="0"/>
                <a:ea typeface="Calibri" panose="020F0502020204030204" pitchFamily="34" charset="0"/>
                <a:cs typeface="Calibri" panose="020F0502020204030204" pitchFamily="34" charset="0"/>
              </a:rPr>
              <a:t>Breakdown scheduler with configurable intervals and per‑level subtask generation limits</a:t>
            </a:r>
          </a:p>
          <a:p>
            <a:pPr marL="0" indent="0">
              <a:buNone/>
            </a:pPr>
            <a:r>
              <a:rPr lang="en-US" altLang="ja-JP" sz="1600" b="1" dirty="0">
                <a:latin typeface="Calibri" panose="020F0502020204030204" pitchFamily="34" charset="0"/>
                <a:ea typeface="Calibri" panose="020F0502020204030204" pitchFamily="34" charset="0"/>
                <a:cs typeface="Calibri" panose="020F0502020204030204" pitchFamily="34" charset="0"/>
              </a:rPr>
              <a:t>Business Value:</a:t>
            </a:r>
          </a:p>
          <a:p>
            <a:r>
              <a:rPr lang="en-US" altLang="ja-JP" sz="1600" dirty="0">
                <a:latin typeface="Calibri" panose="020F0502020204030204" pitchFamily="34" charset="0"/>
                <a:ea typeface="Calibri" panose="020F0502020204030204" pitchFamily="34" charset="0"/>
                <a:cs typeface="Calibri" panose="020F0502020204030204" pitchFamily="34" charset="0"/>
              </a:rPr>
              <a:t>Maximize the value of organizational knowledge to support day‑to‑day execution</a:t>
            </a:r>
          </a:p>
          <a:p>
            <a:r>
              <a:rPr lang="en-US" altLang="ja-JP" sz="1600" dirty="0">
                <a:latin typeface="Calibri" panose="020F0502020204030204" pitchFamily="34" charset="0"/>
                <a:ea typeface="Calibri" panose="020F0502020204030204" pitchFamily="34" charset="0"/>
                <a:cs typeface="Calibri" panose="020F0502020204030204" pitchFamily="34" charset="0"/>
              </a:rPr>
              <a:t>Reduce overwhelm from stale tasks and help prevent burnout</a:t>
            </a:r>
            <a:endParaRPr lang="en-US" altLang="ja-JP" sz="1500" dirty="0">
              <a:latin typeface="Calibri" panose="020F0502020204030204" pitchFamily="34" charset="0"/>
              <a:ea typeface="Calibri" panose="020F0502020204030204" pitchFamily="34" charset="0"/>
              <a:cs typeface="Calibri" panose="020F0502020204030204" pitchFamily="34" charset="0"/>
            </a:endParaRPr>
          </a:p>
        </p:txBody>
      </p:sp>
      <p:pic>
        <p:nvPicPr>
          <p:cNvPr id="16" name="図 15">
            <a:extLst>
              <a:ext uri="{FF2B5EF4-FFF2-40B4-BE49-F238E27FC236}">
                <a16:creationId xmlns:a16="http://schemas.microsoft.com/office/drawing/2014/main" id="{97245479-C3F5-AEE1-1F39-8B6F17261C24}"/>
              </a:ext>
            </a:extLst>
          </p:cNvPr>
          <p:cNvPicPr>
            <a:picLocks noChangeAspect="1"/>
          </p:cNvPicPr>
          <p:nvPr/>
        </p:nvPicPr>
        <p:blipFill>
          <a:blip r:embed="rId4"/>
          <a:srcRect t="20739"/>
          <a:stretch>
            <a:fillRect/>
          </a:stretch>
        </p:blipFill>
        <p:spPr>
          <a:xfrm>
            <a:off x="4017870" y="3657600"/>
            <a:ext cx="2737029" cy="3349658"/>
          </a:xfrm>
          <a:prstGeom prst="rect">
            <a:avLst/>
          </a:prstGeom>
        </p:spPr>
      </p:pic>
    </p:spTree>
    <p:extLst>
      <p:ext uri="{BB962C8B-B14F-4D97-AF65-F5344CB8AC3E}">
        <p14:creationId xmlns:p14="http://schemas.microsoft.com/office/powerpoint/2010/main" val="418691092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200</TotalTime>
  <Words>421</Words>
  <Application>Microsoft Office PowerPoint</Application>
  <PresentationFormat>ワイド画面</PresentationFormat>
  <Paragraphs>20</Paragraphs>
  <Slides>2</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vt:i4>
      </vt:variant>
    </vt:vector>
  </HeadingPairs>
  <TitlesOfParts>
    <vt:vector size="8" baseType="lpstr">
      <vt:lpstr>游ゴシック</vt:lpstr>
      <vt:lpstr>游ゴシック Light</vt:lpstr>
      <vt:lpstr>Arial</vt:lpstr>
      <vt:lpstr>Calibri</vt:lpstr>
      <vt:lpstr>Wingdings</vt:lpstr>
      <vt:lpstr>Office テーマ</vt:lpstr>
      <vt:lpstr>Task-breaker - From overwhelm to done</vt:lpstr>
      <vt:lpstr>Architecture and Features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Shun Kinoshita</dc:creator>
  <cp:lastModifiedBy>Shun Kinoshita</cp:lastModifiedBy>
  <cp:revision>1</cp:revision>
  <dcterms:created xsi:type="dcterms:W3CDTF">2026-03-08T00:50:09Z</dcterms:created>
  <dcterms:modified xsi:type="dcterms:W3CDTF">2026-03-08T04:10:10Z</dcterms:modified>
</cp:coreProperties>
</file>